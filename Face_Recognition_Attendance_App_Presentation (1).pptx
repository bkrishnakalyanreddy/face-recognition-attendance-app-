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Face Recognition Attendance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Name: B. Krishna Kalyan Reddy</a:t>
            </a:r>
          </a:p>
          <a:p>
            <a:r>
              <a:t>Roll No: 24A31A05KD</a:t>
            </a:r>
          </a:p>
          <a:p>
            <a:r>
              <a:t>Section: CSE-F</a:t>
            </a:r>
          </a:p>
          <a:p>
            <a:r>
              <a:t>Email: kkreddy.kkr4@gmail.com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Overview of attendance systems</a:t>
            </a:r>
          </a:p>
          <a:p>
            <a:r>
              <a:t>• Need for automation</a:t>
            </a:r>
          </a:p>
          <a:p>
            <a:r>
              <a:t>• Benefits of face recognition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Face Recognition?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Biometric technology</a:t>
            </a:r>
          </a:p>
          <a:p>
            <a:r>
              <a:t>• Identifies faces using ML</a:t>
            </a:r>
          </a:p>
          <a:p>
            <a:r>
              <a:t>• Uses feature extraction &amp;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OpenCV</a:t>
            </a:r>
          </a:p>
          <a:p>
            <a:r>
              <a:t>• NumPy</a:t>
            </a:r>
          </a:p>
          <a:p>
            <a:r>
              <a:t>• Face Recognition Library</a:t>
            </a:r>
          </a:p>
          <a:p>
            <a:r>
              <a:t>• Camera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Capture face</a:t>
            </a:r>
          </a:p>
          <a:p>
            <a:r>
              <a:t>2. Encode face data</a:t>
            </a:r>
          </a:p>
          <a:p>
            <a:r>
              <a:t>3. Compare with database</a:t>
            </a:r>
          </a:p>
          <a:p>
            <a:r>
              <a:t>4. Mark attendance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detection</a:t>
            </a:r>
          </a:p>
          <a:p>
            <a:r>
              <a:t>• Error-free attendance</a:t>
            </a:r>
          </a:p>
          <a:p>
            <a:r>
              <a:t>• Secure data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manual work</a:t>
            </a:r>
          </a:p>
          <a:p>
            <a:r>
              <a:t>• Prevents proxy attendance</a:t>
            </a:r>
          </a:p>
          <a:p>
            <a:r>
              <a:t>• Fast and accurate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Colleges</a:t>
            </a:r>
          </a:p>
          <a:p>
            <a:r>
              <a:t>• Offices</a:t>
            </a:r>
          </a:p>
          <a:p>
            <a:r>
              <a:t>• Laboratories</a:t>
            </a:r>
          </a:p>
          <a:p>
            <a:r>
              <a:t>• Industries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 recognition simplifies attendance management and improves reliability.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